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4" r:id="rId5"/>
    <p:sldId id="285" r:id="rId6"/>
    <p:sldId id="281" r:id="rId7"/>
    <p:sldId id="279" r:id="rId8"/>
    <p:sldId id="288" r:id="rId9"/>
    <p:sldId id="262" r:id="rId10"/>
    <p:sldId id="264" r:id="rId11"/>
    <p:sldId id="278" r:id="rId12"/>
    <p:sldId id="277" r:id="rId13"/>
    <p:sldId id="286" r:id="rId14"/>
    <p:sldId id="287" r:id="rId15"/>
    <p:sldId id="280"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71634446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SHIVANI ROHILLA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Shivani.engineer@gmail.com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7060861545</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solidFill>
                  <a:srgbClr val="002060"/>
                </a:solidFill>
                <a:latin typeface="Times New Roman"/>
                <a:ea typeface="Times New Roman"/>
                <a:cs typeface="Times New Roman"/>
                <a:sym typeface="Times New Roman"/>
              </a:rPr>
              <a:t>Nutrition Agent</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792480" y="1505118"/>
            <a:ext cx="10607040" cy="2246769"/>
          </a:xfrm>
          <a:prstGeom prst="rect">
            <a:avLst/>
          </a:prstGeom>
          <a:noFill/>
        </p:spPr>
        <p:txBody>
          <a:bodyPr wrap="square" rtlCol="0">
            <a:spAutoFit/>
          </a:bodyPr>
          <a:lstStyle/>
          <a:p>
            <a:pPr fontAlgn="base"/>
            <a:endParaRPr lang="en-US" b="1" dirty="0"/>
          </a:p>
          <a:p>
            <a:pPr fontAlgn="base"/>
            <a:r>
              <a:rPr lang="en-IN" b="1" dirty="0"/>
              <a:t>Tech Stack</a:t>
            </a:r>
            <a:endParaRPr lang="en-IN" dirty="0"/>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endParaRPr lang="en-IN" dirty="0"/>
          </a:p>
          <a:p>
            <a:pPr fontAlgn="base"/>
            <a:r>
              <a:rPr lang="en-IN" dirty="0"/>
              <a:t>I used </a:t>
            </a:r>
            <a:r>
              <a:rPr lang="en-IN" dirty="0" err="1"/>
              <a:t>LangFlow</a:t>
            </a:r>
            <a:r>
              <a:rPr lang="en-IN" dirty="0"/>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Nutrition Agent</a:t>
            </a:r>
          </a:p>
          <a:p>
            <a:r>
              <a:rPr lang="en-US" dirty="0"/>
              <a:t>The proposed solution is a </a:t>
            </a:r>
            <a:r>
              <a:rPr lang="en-US" b="1" dirty="0"/>
              <a:t>multi-agent AI-powered Nutrition Agent</a:t>
            </a:r>
            <a:r>
              <a:rPr lang="en-US" dirty="0"/>
              <a:t> built using </a:t>
            </a:r>
            <a:r>
              <a:rPr lang="en-US" b="1" dirty="0" err="1"/>
              <a:t>LangFlow</a:t>
            </a:r>
            <a:r>
              <a:rPr lang="en-US" b="1" dirty="0"/>
              <a:t>, IBM watsonx.ai, and Granite Models</a:t>
            </a:r>
            <a:r>
              <a:rPr lang="en-US" dirty="0"/>
              <a:t> to provide personalized, real-time dietary guidance. The system addresses challenges in diet planning, nutrition tracking, and preventive healthcare through an intelligent, modular architecture.</a:t>
            </a:r>
          </a:p>
          <a:p>
            <a:r>
              <a:rPr lang="en-US" dirty="0"/>
              <a:t>At its core, the solution uses a </a:t>
            </a:r>
            <a:r>
              <a:rPr lang="en-US" b="1" dirty="0"/>
              <a:t>Retrieval-Augmented Generation (RAG)</a:t>
            </a:r>
            <a:r>
              <a:rPr lang="en-US" dirty="0"/>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dirty="0"/>
              <a:t>The system consists of four key agents:</a:t>
            </a:r>
          </a:p>
          <a:p>
            <a:r>
              <a:rPr lang="en-US" b="1" dirty="0"/>
              <a:t>Nutrition Knowledge Agent</a:t>
            </a:r>
            <a:r>
              <a:rPr lang="en-US" dirty="0"/>
              <a:t> retrieves and summarizes nutritional information using RAG. </a:t>
            </a:r>
          </a:p>
          <a:p>
            <a:r>
              <a:rPr lang="en-US" b="1" dirty="0"/>
              <a:t>Diet Recommendation Agent</a:t>
            </a:r>
            <a:r>
              <a:rPr lang="en-US" dirty="0"/>
              <a:t> generates personalized meal plans based on user inputs such as age, health conditions, dietary preferences, and fitness goals. </a:t>
            </a:r>
          </a:p>
          <a:p>
            <a:r>
              <a:rPr lang="en-US" b="1" dirty="0"/>
              <a:t>Health Advisory Agent</a:t>
            </a:r>
            <a:r>
              <a:rPr lang="en-US" dirty="0"/>
              <a:t> provides preventive health suggestions, including disease-specific diets (e.g., diabetes-friendly or heart-healthy plans). </a:t>
            </a:r>
          </a:p>
          <a:p>
            <a:r>
              <a:rPr lang="en-US" b="1" dirty="0"/>
              <a:t>Food Log &amp; Feedback Agent</a:t>
            </a:r>
            <a:r>
              <a:rPr lang="en-US" dirty="0"/>
              <a:t> allows users to log meals via text, voice, or images and delivers instant nutritional analysis with actionable feedback. </a:t>
            </a:r>
          </a:p>
          <a:p>
            <a:r>
              <a:rPr lang="en-US" dirty="0"/>
              <a:t>The solution includes a </a:t>
            </a:r>
            <a:r>
              <a:rPr lang="en-US" b="1" dirty="0"/>
              <a:t>user-friendly dashboard</a:t>
            </a:r>
            <a:r>
              <a:rPr lang="en-US" dirty="0"/>
              <a:t> (built with </a:t>
            </a:r>
            <a:r>
              <a:rPr lang="en-US" dirty="0" err="1"/>
              <a:t>Streamlit</a:t>
            </a:r>
            <a:r>
              <a:rPr lang="en-US" dirty="0"/>
              <a:t> or React) that visualizes daily and weekly nutrient intake, highlights deficiencies, and tracks progress toward health goals.</a:t>
            </a:r>
          </a:p>
          <a:p>
            <a:r>
              <a:rPr lang="en-US" dirty="0" err="1"/>
              <a:t>LangFlow</a:t>
            </a:r>
            <a:r>
              <a:rPr lang="en-US" dirty="0"/>
              <a:t> is used to orchestrate agent workflows, while watsonx.ai ensures scalable model deployment, embeddings, and AI governance. Granite models power reasoning, summarization, and personalization.</a:t>
            </a:r>
          </a:p>
          <a:p>
            <a:r>
              <a:rPr lang="en-US" dirty="0"/>
              <a:t>Overall, this solution delivers an </a:t>
            </a:r>
            <a:r>
              <a:rPr lang="en-US" b="1" dirty="0"/>
              <a:t>end-to-end intelligent nutrition assistant</a:t>
            </a:r>
            <a:r>
              <a:rPr lang="en-US" dirty="0"/>
              <a:t> that promotes healthier lifestyles through personalized insights, real-time feedback, and preventive healthcare recommendations.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7" name="Picture 6">
            <a:extLst>
              <a:ext uri="{FF2B5EF4-FFF2-40B4-BE49-F238E27FC236}">
                <a16:creationId xmlns:a16="http://schemas.microsoft.com/office/drawing/2014/main" id="{6E206919-96F5-FFE0-B25F-1B4F9EA63EF1}"/>
              </a:ext>
            </a:extLst>
          </p:cNvPr>
          <p:cNvPicPr>
            <a:picLocks noChangeAspect="1"/>
          </p:cNvPicPr>
          <p:nvPr/>
        </p:nvPicPr>
        <p:blipFill>
          <a:blip r:embed="rId3"/>
          <a:stretch>
            <a:fillRect/>
          </a:stretch>
        </p:blipFill>
        <p:spPr>
          <a:xfrm>
            <a:off x="204761" y="933279"/>
            <a:ext cx="11631648" cy="560148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0446E3-1D34-8FE1-74FE-CE40B12FF3C6}"/>
              </a:ext>
            </a:extLst>
          </p:cNvPr>
          <p:cNvPicPr>
            <a:picLocks noChangeAspect="1"/>
          </p:cNvPicPr>
          <p:nvPr/>
        </p:nvPicPr>
        <p:blipFill>
          <a:blip r:embed="rId2"/>
          <a:stretch>
            <a:fillRect/>
          </a:stretch>
        </p:blipFill>
        <p:spPr>
          <a:xfrm>
            <a:off x="1842494" y="566338"/>
            <a:ext cx="8507012" cy="5725324"/>
          </a:xfrm>
          <a:prstGeom prst="rect">
            <a:avLst/>
          </a:prstGeom>
        </p:spPr>
      </p:pic>
    </p:spTree>
    <p:extLst>
      <p:ext uri="{BB962C8B-B14F-4D97-AF65-F5344CB8AC3E}">
        <p14:creationId xmlns:p14="http://schemas.microsoft.com/office/powerpoint/2010/main" val="2756269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3847207"/>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2" name="Picture 1" descr="A screenshot of a computer&#10;&#10;AI-generated content may be incorrect.">
            <a:extLst>
              <a:ext uri="{FF2B5EF4-FFF2-40B4-BE49-F238E27FC236}">
                <a16:creationId xmlns:a16="http://schemas.microsoft.com/office/drawing/2014/main" id="{E9DB3200-E2EC-A058-B02D-E1510060484E}"/>
              </a:ext>
            </a:extLst>
          </p:cNvPr>
          <p:cNvPicPr>
            <a:picLocks noChangeAspect="1"/>
          </p:cNvPicPr>
          <p:nvPr/>
        </p:nvPicPr>
        <p:blipFill>
          <a:blip r:embed="rId3"/>
          <a:stretch>
            <a:fillRect/>
          </a:stretch>
        </p:blipFill>
        <p:spPr>
          <a:xfrm>
            <a:off x="797873" y="1572554"/>
            <a:ext cx="4579423" cy="2822245"/>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03614573-D426-9337-9C0E-5207B9123920}"/>
              </a:ext>
            </a:extLst>
          </p:cNvPr>
          <p:cNvPicPr>
            <a:picLocks noChangeAspect="1"/>
          </p:cNvPicPr>
          <p:nvPr/>
        </p:nvPicPr>
        <p:blipFill>
          <a:blip r:embed="rId4"/>
          <a:stretch>
            <a:fillRect/>
          </a:stretch>
        </p:blipFill>
        <p:spPr>
          <a:xfrm>
            <a:off x="6121978" y="1562409"/>
            <a:ext cx="5074227" cy="2812844"/>
          </a:xfrm>
          <a:prstGeom prst="rect">
            <a:avLst/>
          </a:prstGeom>
        </p:spPr>
      </p:pic>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Nutrition Agent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nutritionist</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https://github.com/rohillashivani/Nutrition-Agent-Langflow.git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rgbClr val="2B3541"/>
                </a:solidFill>
                <a:latin typeface="Times New Roman"/>
                <a:ea typeface="Times New Roman"/>
                <a:cs typeface="Times New Roman"/>
                <a:sym typeface="Times New Roman"/>
              </a:rPr>
              <a:t>2.</a:t>
            </a:r>
            <a:r>
              <a:rPr lang="en-US" sz="1850" b="1" i="0" u="none" strike="noStrike" cap="none" dirty="0">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dirty="0">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1373</TotalTime>
  <Words>1264</Words>
  <Application>Microsoft Office PowerPoint</Application>
  <PresentationFormat>Widescreen</PresentationFormat>
  <Paragraphs>119</Paragraphs>
  <Slides>16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SHIVANI ROHILLA</cp:lastModifiedBy>
  <cp:revision>43</cp:revision>
  <dcterms:created xsi:type="dcterms:W3CDTF">2025-07-08T05:06:56Z</dcterms:created>
  <dcterms:modified xsi:type="dcterms:W3CDTF">2026-04-30T04:22:25Z</dcterms:modified>
</cp:coreProperties>
</file>